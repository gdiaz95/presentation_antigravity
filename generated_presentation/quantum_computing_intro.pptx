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Processing Power Over Time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Classical Algorithms</c:v>
                </c:pt>
              </c:strCache>
            </c:strRef>
          </c:tx>
          <c:spPr>
            <a:solidFill>
              <a:srgbClr val="B165FB"/>
            </a:solidFill>
            <a:ln w="38100" cap="flat">
              <a:solidFill>
                <a:srgbClr val="B165F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165FB"/>
              </a:solidFill>
              <a:ln w="9525" cap="flat">
                <a:solidFill>
                  <a:srgbClr val="B165F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  <c:pt idx="5">
                    <c:v>Year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Quantum Algorithms</c:v>
                </c:pt>
              </c:strCache>
            </c:strRef>
          </c:tx>
          <c:spPr>
            <a:solidFill>
              <a:srgbClr val="40695B"/>
            </a:solidFill>
            <a:ln w="38100" cap="flat">
              <a:solidFill>
                <a:srgbClr val="4069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0695B"/>
              </a:solidFill>
              <a:ln w="9525" cap="flat">
                <a:solidFill>
                  <a:srgbClr val="4069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  <c:pt idx="5">
                    <c:v>Year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32</c:v>
                </c:pt>
                <c:pt idx="3">
                  <c:v>128</c:v>
                </c:pt>
                <c:pt idx="4">
                  <c:v>512</c:v>
                </c:pt>
                <c:pt idx="5">
                  <c:v>2048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Time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Estimated Power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8087" y="1190625"/>
            <a:ext cx="8327827" cy="2762101"/>
          </a:xfrm>
          <a:prstGeom prst="rect">
            <a:avLst/>
          </a:prstGeom>
          <a:solidFill>
            <a:srgbClr val="222633"/>
          </a:solidFill>
          <a:ln/>
          <a:effectLst>
            <a:outerShdw sx="100000" sy="100000" kx="0" ky="0" algn="bl" rotWithShape="0" blurRad="142875" dist="53882" dir="27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08087" y="3905101"/>
            <a:ext cx="8327827" cy="0"/>
          </a:xfrm>
          <a:prstGeom prst="line">
            <a:avLst/>
          </a:prstGeom>
          <a:noFill/>
          <a:ln w="95250">
            <a:solidFill>
              <a:srgbClr val="406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99" y="1190625"/>
            <a:ext cx="0" cy="2762101"/>
          </a:xfrm>
          <a:prstGeom prst="line">
            <a:avLst/>
          </a:prstGeom>
          <a:noFill/>
          <a:ln w="200025">
            <a:solidFill>
              <a:srgbClr val="B16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09697" y="1698575"/>
            <a:ext cx="5924482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Computing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036963" y="2755850"/>
            <a:ext cx="1269950" cy="5075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21508" y="2997101"/>
            <a:ext cx="45010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Beginner's Guide to the Future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63526"/>
          </a:xfrm>
          <a:prstGeom prst="rect">
            <a:avLst/>
          </a:prstGeom>
          <a:solidFill>
            <a:srgbClr val="1C2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397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74588"/>
            <a:ext cx="442283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vs. Quantum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317427"/>
            <a:ext cx="3810149" cy="3572173"/>
          </a:xfrm>
          <a:prstGeom prst="rect">
            <a:avLst/>
          </a:prstGeom>
          <a:solidFill>
            <a:srgbClr val="25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365052"/>
            <a:ext cx="3810149" cy="0"/>
          </a:xfrm>
          <a:prstGeom prst="line">
            <a:avLst/>
          </a:prstGeom>
          <a:noFill/>
          <a:ln w="95250">
            <a:solidFill>
              <a:srgbClr val="4069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8828" y="1666577"/>
            <a:ext cx="336839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Bits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1851" y="2209502"/>
            <a:ext cx="3368394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classical computer processes information using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1851" y="2864495"/>
            <a:ext cx="3368394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bit is like a switch that can only be exactly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1851" y="3519488"/>
            <a:ext cx="3368394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performs calculations sequentially, one step at a time.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6050" y="1317427"/>
            <a:ext cx="3810149" cy="3572173"/>
          </a:xfrm>
          <a:prstGeom prst="rect">
            <a:avLst/>
          </a:prstGeom>
          <a:solidFill>
            <a:srgbClr val="25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26050" y="1365052"/>
            <a:ext cx="3810149" cy="0"/>
          </a:xfrm>
          <a:prstGeom prst="line">
            <a:avLst/>
          </a:prstGeom>
          <a:noFill/>
          <a:ln w="95250">
            <a:solidFill>
              <a:srgbClr val="B165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6927" y="1666577"/>
            <a:ext cx="336839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Qubits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79950" y="2209502"/>
            <a:ext cx="3368394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quantum computer uses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Qubits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(Quantum Bits).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9950" y="2864495"/>
            <a:ext cx="3368394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to superposition, a qubit can be 0, 1, or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at the same time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9950" y="3519488"/>
            <a:ext cx="3368394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allows it to explore many possible solutions simultaneously.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8041"/>
          </a:xfrm>
          <a:prstGeom prst="rect">
            <a:avLst/>
          </a:prstGeom>
          <a:solidFill>
            <a:srgbClr val="1C2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74229"/>
            <a:ext cx="9144000" cy="0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41846"/>
            <a:ext cx="488188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Quantum Concepts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251942"/>
            <a:ext cx="8128099" cy="1587103"/>
          </a:xfrm>
          <a:prstGeom prst="rect">
            <a:avLst/>
          </a:prstGeom>
          <a:solidFill>
            <a:srgbClr val="2226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69863" y="1251942"/>
            <a:ext cx="0" cy="1587103"/>
          </a:xfrm>
          <a:prstGeom prst="line">
            <a:avLst/>
          </a:prstGeom>
          <a:noFill/>
          <a:ln w="123825">
            <a:solidFill>
              <a:srgbClr val="B165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9226" y="1442442"/>
            <a:ext cx="7516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Superposition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49226" y="1829693"/>
            <a:ext cx="75167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ability of a quantum system to be in multiple states at the same time until it is measured.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9226" y="2102644"/>
            <a:ext cx="7369373" cy="48250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spinning a coin; while it spins, it is both heads and tails.</a:t>
            </a:r>
            <a:endParaRPr lang="en-US" sz="14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exponential parallel processing power.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3029545"/>
            <a:ext cx="8128099" cy="1860054"/>
          </a:xfrm>
          <a:prstGeom prst="rect">
            <a:avLst/>
          </a:prstGeom>
          <a:solidFill>
            <a:srgbClr val="2226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69863" y="3029545"/>
            <a:ext cx="0" cy="1860054"/>
          </a:xfrm>
          <a:prstGeom prst="line">
            <a:avLst/>
          </a:prstGeom>
          <a:noFill/>
          <a:ln w="123825">
            <a:solidFill>
              <a:srgbClr val="4069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9226" y="3220045"/>
            <a:ext cx="7516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Entanglement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49226" y="3607296"/>
            <a:ext cx="75167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deep quantum connection between particles regardless of distance.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9226" y="3880247"/>
            <a:ext cx="7369373" cy="75545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one instantly determines the state of the other.</a:t>
            </a:r>
            <a:endParaRPr lang="en-US" sz="14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Einstein called this "spooky action at a distance".</a:t>
            </a:r>
            <a:endParaRPr lang="en-US" sz="14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Crucial for quantum communication and cryptography.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63526"/>
          </a:xfrm>
          <a:prstGeom prst="rect">
            <a:avLst/>
          </a:prstGeom>
          <a:solidFill>
            <a:srgbClr val="1C2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397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74588"/>
            <a:ext cx="283252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380976"/>
            <a:ext cx="35472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Applications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1895326"/>
            <a:ext cx="3477667" cy="23622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Discovery: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Simulating molecular interactions accurately.</a:t>
            </a:r>
            <a:endParaRPr lang="en-US" sz="1600" dirty="0"/>
          </a:p>
          <a:p>
            <a:pPr algn="l" marL="127000" indent="-127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Cryptography: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Creating secure communications and breaking standard encryption.</a:t>
            </a:r>
            <a:endParaRPr lang="en-US" sz="1600" dirty="0"/>
          </a:p>
          <a:p>
            <a:pPr algn="l" marL="127000" indent="-127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Optimization: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Solving complex logistics and financial modeling problems instantly.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66617" y="1380976"/>
            <a:ext cx="4269432" cy="3445073"/>
          </a:xfrm>
          <a:prstGeom prst="rect">
            <a:avLst/>
          </a:prstGeom>
          <a:solidFill>
            <a:srgbClr val="222633"/>
          </a:solidFill>
          <a:ln w="9525">
            <a:solidFill>
              <a:srgbClr val="40695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469309" y="1643063"/>
          <a:ext cx="4063901" cy="29209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Quantum Computing</dc:title>
  <dc:subject>PptxGenJS Presentation</dc:subject>
  <dc:creator>Antigravity</dc:creator>
  <cp:lastModifiedBy>Antigravity</cp:lastModifiedBy>
  <cp:revision>1</cp:revision>
  <dcterms:created xsi:type="dcterms:W3CDTF">2026-03-26T21:15:22Z</dcterms:created>
  <dcterms:modified xsi:type="dcterms:W3CDTF">2026-03-26T21:15:22Z</dcterms:modified>
</cp:coreProperties>
</file>