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6311" y="355550"/>
            <a:ext cx="8031379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360"/>
              </a:lnSpc>
              <a:buNone/>
            </a:pPr>
            <a:r>
              <a:rPr lang="en-US" sz="2800" b="1" u="sng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Introduction to Quantum Computing</a:t>
            </a:r>
            <a:endParaRPr lang="en-US" sz="2800" dirty="0"/>
          </a:p>
        </p:txBody>
      </p:sp>
      <p:pic>
        <p:nvPicPr>
          <p:cNvPr id="3" name="Image 0" descr="/home/gabriel/Documents/presentation_antigravity/slides/quantum_ch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5149" y="1051620"/>
            <a:ext cx="2349401" cy="2349401"/>
          </a:xfrm>
          <a:prstGeom prst="rect">
            <a:avLst/>
          </a:prstGeom>
        </p:spPr>
      </p:pic>
      <p:pic>
        <p:nvPicPr>
          <p:cNvPr id="4" name="Image 1" descr="/home/gabriel/Documents/presentation_antigravity/slides/bits_vs_qubi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9450" y="1051620"/>
            <a:ext cx="2349401" cy="234940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625106" y="3645098"/>
            <a:ext cx="3893638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000" b="1" i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beginner's guide to the future</a:t>
            </a:r>
            <a:endParaRPr lang="en-US" sz="2000" dirty="0"/>
          </a:p>
        </p:txBody>
      </p:sp>
      <p:sp>
        <p:nvSpPr>
          <p:cNvPr id="6" name="Text 2"/>
          <p:cNvSpPr/>
          <p:nvPr/>
        </p:nvSpPr>
        <p:spPr>
          <a:xfrm>
            <a:off x="2625106" y="4041874"/>
            <a:ext cx="389363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u="sng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Gabriel Díaz Ramos</a:t>
            </a:r>
            <a:endParaRPr lang="en-US" sz="2200" dirty="0"/>
          </a:p>
        </p:txBody>
      </p:sp>
      <p:pic>
        <p:nvPicPr>
          <p:cNvPr id="7" name="Image 2" descr="/home/gabriel/Documents/presentation_antigravity/slides/ow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901" y="4508302"/>
            <a:ext cx="507950" cy="507950"/>
          </a:xfrm>
          <a:prstGeom prst="rect">
            <a:avLst/>
          </a:prstGeom>
        </p:spPr>
      </p:pic>
      <p:pic>
        <p:nvPicPr>
          <p:cNvPr id="8" name="Image 3" descr="/home/gabriel/Documents/presentation_antigravity/slides/ow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149" y="4508302"/>
            <a:ext cx="507950" cy="5079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669" y="253901"/>
            <a:ext cx="8290661" cy="496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91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Classical vs. Quantum Computing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381000" y="940743"/>
            <a:ext cx="4850160" cy="3212902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Classical computers process information using 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bits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each one strictly 0 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700" i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1, never both.</a:t>
            </a:r>
            <a:endParaRPr lang="en-US" sz="1700" dirty="0"/>
          </a:p>
          <a:p>
            <a:pPr algn="l" marL="152400" indent="-1524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Sequential execution means 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CC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calculation at a time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creating a fundamental speed ceiling.</a:t>
            </a:r>
            <a:endParaRPr lang="en-US" sz="1700" dirty="0"/>
          </a:p>
          <a:p>
            <a:pPr algn="l" marL="152400" indent="-1524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Quantum computers use 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qubits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thanks to superposition, a qubit can be 0, 1, or both simultaneously.</a:t>
            </a:r>
            <a:endParaRPr lang="en-US" sz="1700" dirty="0"/>
          </a:p>
          <a:p>
            <a:pPr algn="l" marL="152400" indent="-1524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00A0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Exploit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quantum superposition to explore 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A0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exponentially many states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parallel.</a:t>
            </a:r>
            <a:endParaRPr lang="en-US" sz="1700" dirty="0"/>
          </a:p>
        </p:txBody>
      </p:sp>
      <p:pic>
        <p:nvPicPr>
          <p:cNvPr id="4" name="Image 0" descr="/home/gabriel/Documents/presentation_antigravity/slides/bits_vs_qubi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780" y="1004143"/>
            <a:ext cx="3048000" cy="266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669" y="253901"/>
            <a:ext cx="8290661" cy="496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91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Quantum Concepts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381000" y="928092"/>
            <a:ext cx="4850160" cy="3351609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Superposition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a qubit exists in multiple states simultaneously — until it is measured and collapses to one.</a:t>
            </a:r>
            <a:endParaRPr lang="en-US" sz="1600" dirty="0"/>
          </a:p>
          <a:p>
            <a:pPr algn="l" marL="152400" indent="-1524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Entanglement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two qubits become correlated so that measuring one 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CC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instantly determines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other, regardless of distance.</a:t>
            </a:r>
            <a:endParaRPr lang="en-US" sz="1600" dirty="0"/>
          </a:p>
          <a:p>
            <a:pPr algn="l" marL="152400" indent="-1524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Interference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quantum algorithms amplify correct paths and cancel wrong ones through wave-like probability interference.</a:t>
            </a:r>
            <a:endParaRPr lang="en-US" sz="1600" dirty="0"/>
          </a:p>
          <a:p>
            <a:pPr algn="l" marL="152400" indent="-1524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A0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Harness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all three phenomena together to achieve 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0A0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computational speedups impossible classically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pic>
        <p:nvPicPr>
          <p:cNvPr id="4" name="Image 0" descr="/home/gabriel/Documents/presentation_antigravity/slides/quantum_concep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780" y="991493"/>
            <a:ext cx="3048000" cy="2667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53901" y="4753719"/>
            <a:ext cx="842030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i="1" dirty="0">
                <a:solidFill>
                  <a:srgbClr val="7777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M. A. Nielsen and I. L. Chuang, "Quantum Computation and Quantum Information", Cambridge University Press, 2000.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669" y="253901"/>
            <a:ext cx="8290661" cy="496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91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Quantum Computing Matters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381000" y="928092"/>
            <a:ext cx="4850160" cy="3351609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Drug Discovery: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Simulate molecular interactions at quantum scale, accelerating pharmaceutical research by years.</a:t>
            </a:r>
            <a:endParaRPr lang="en-US" sz="1600" dirty="0"/>
          </a:p>
          <a:p>
            <a:pPr algn="l" marL="152400" indent="-1524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Cryptography: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Quantum algorithms can 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CC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break current RSA encryption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driving a global shift to post-quantum security.</a:t>
            </a:r>
            <a:endParaRPr lang="en-US" sz="1600" dirty="0"/>
          </a:p>
          <a:p>
            <a:pPr algn="l" marL="152400" indent="-1524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Optimization: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Solve combinatorial logistics, supply-chain, and financial modeling problems that are 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intractable classically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  <a:p>
            <a:pPr algn="l" marL="152400" indent="-1524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A0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Unlock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new paradigm of 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0A0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exponential computational advantage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across science, industry, and security.</a:t>
            </a:r>
            <a:endParaRPr lang="en-US" sz="1600" dirty="0"/>
          </a:p>
        </p:txBody>
      </p:sp>
      <p:pic>
        <p:nvPicPr>
          <p:cNvPr id="4" name="Image 0" descr="/home/gabriel/Documents/presentation_antigravity/slides/quantum_applic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780" y="991493"/>
            <a:ext cx="3048000" cy="2667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53901" y="4753719"/>
            <a:ext cx="842030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i="1" dirty="0">
                <a:solidFill>
                  <a:srgbClr val="7777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P. W. Shor, "Polynomial-Time Algorithms for Prime Factorization and Discrete Logarithms on a Quantum Computer", SIAM J. Comput., 1997.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Quantum Computing</dc:title>
  <dc:subject>PptxGenJS Presentation</dc:subject>
  <dc:creator>Gabriel Díaz Ramos</dc:creator>
  <cp:lastModifiedBy>Gabriel Díaz Ramos</cp:lastModifiedBy>
  <cp:revision>1</cp:revision>
  <dcterms:created xsi:type="dcterms:W3CDTF">2026-04-01T01:24:32Z</dcterms:created>
  <dcterms:modified xsi:type="dcterms:W3CDTF">2026-04-01T01:24:32Z</dcterms:modified>
</cp:coreProperties>
</file>